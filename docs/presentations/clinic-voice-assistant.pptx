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Примеры из обсуждения: диета, приём пищи, питьевой режим, часы лаборатории. Никаких универсальных правил подготовки: их задаёт клиника. Сообщение о нарушении подготовки не должно автоматически отменять медицински необходимую помощь.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несколько дней найти замену проще, чем за час — гипотеза для проверки. Отбор кандидатов: согласие на более ранний приём, профиль, основание записи и достаточное время подготовки. Не менять порядок посещения и не отправлять врача домой автоматически. Нельзя двойное бронирование на основании вероятности неявки.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пользователя: направление на месяц при ожидании два месяца и более. Не общий норматив. Повторная запись — только если разрешена действующим направлением или планом наблюдения. Хронический диагноз сам по себе не является разрешением. Отметку вносит уполномоченный врач; нужен аудит и связь с МИС. Риски доступности эскалируются по утверждённому регламенту.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градиента уверенности из спича: использовать историю посещений для оценки риска и работы с подтверждениями. Порог ниже 50% не считается доказанным и не вводится как правило. Оценку нужно проверить, объяснять сотруднику и не использовать для отказа в помощи. Предлагать прийти раньше допустимо только при наличии реального доступного слота.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Предзаписанные реплики, ограниченная модель и локальная обработка — целевая архитектура. Подбор оборудования и расчёт стоимости требуют нагрузочных замеров. Пара видеокарт — не подтверждённая конфигурация. В производственном контуре действуют требования защиты ПДн.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LP-ops/docs/presentations/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Регистратура: производительность процесса</dc:title>
  <dc:subject>Производительность процесса регистратуры</dc:subject>
  <dc:creator>MILP-ops</dc:creator>
  <cp:lastModifiedBy>MILP-ops</cp:lastModifiedBy>
  <cp:revision>1</cp:revision>
  <dcterms:created xsi:type="dcterms:W3CDTF">2026-10-15T18:29:44Z</dcterms:created>
  <dcterms:modified xsi:type="dcterms:W3CDTF">2026-10-15T18:29:44Z</dcterms:modified>
</cp:coreProperties>
</file>